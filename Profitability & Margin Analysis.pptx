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BECF9298-FA26-4594-B27A-2946BAE91239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penjualan helm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45CB1160-1505-409A-9F74-27D566ADA472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08/05/2026 12:59:55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itability &amp;amp; Margin Analysis" id="2" name="slide2">
            <a:extLst>
              <a:ext uri="{FF2B5EF4-FFF2-40B4-BE49-F238E27FC236}">
                <a16:creationId xmlns:a16="http://schemas.microsoft.com/office/drawing/2014/main" id="{041D5AD6-8723-40BA-9B03-2B53B62C74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753"/>
            <a:ext cx="12192000" cy="673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2026-05-08T05:59:55Z</dcterms:created>
  <dcterms:modified xsi:type="dcterms:W3CDTF">2026-05-08T05:59:55Z</dcterms:modified>
</cp:coreProperties>
</file>