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C98A8AF-D6DE-456B-BA10-56CAB5C9316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penjualan helm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A0F4EC8-F5C6-4E91-8198-1106E78E7B7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08/05/2026 13:00:16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Performance Dashboard" id="2" name="slide2">
            <a:extLst>
              <a:ext uri="{FF2B5EF4-FFF2-40B4-BE49-F238E27FC236}">
                <a16:creationId xmlns:a16="http://schemas.microsoft.com/office/drawing/2014/main" id="{BB5C3760-6191-4E95-8BB4-7D53822A39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53"/>
            <a:ext cx="12192000" cy="673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2026-05-08T06:00:16Z</dcterms:created>
  <dcterms:modified xsi:type="dcterms:W3CDTF">2026-05-08T06:00:16Z</dcterms:modified>
</cp:coreProperties>
</file>