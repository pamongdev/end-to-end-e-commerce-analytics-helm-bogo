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21B94E3D-CBA0-4A09-806B-E32108CF0307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penjualan helm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287E86D-6247-444D-B7DA-2B7536DFFED1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08/05/2026 12:59:30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turn Analysis &amp;amp; After Sales" id="2" name="slide2">
            <a:extLst>
              <a:ext uri="{FF2B5EF4-FFF2-40B4-BE49-F238E27FC236}">
                <a16:creationId xmlns:a16="http://schemas.microsoft.com/office/drawing/2014/main" id="{89A3D383-1E21-446C-9EE2-D3A9AEEDCF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753"/>
            <a:ext cx="12192000" cy="673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2026-05-08T05:59:31Z</dcterms:created>
  <dcterms:modified xsi:type="dcterms:W3CDTF">2026-05-08T05:59:31Z</dcterms:modified>
</cp:coreProperties>
</file>